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Forge-X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Autonomous Space Traffic Management &amp; Collision Avoidance System</a:t>
            </a:r>
          </a:p>
          <a:p>
            <a:r>
              <a:t>AI-Driven Satellite Safety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Congested 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Exponential growth in LEO satellites (Starlink, OneWeb).</a:t>
            </a:r>
          </a:p>
          <a:p>
            <a:r>
              <a:t>• Kessler Syndrome: Debris collisions causing chain reactions.</a:t>
            </a:r>
          </a:p>
          <a:p>
            <a:r>
              <a:t>• Reactive vs Proactive: Existing systems are slow and often manual.</a:t>
            </a:r>
          </a:p>
          <a:p>
            <a:r>
              <a:t>• Financial Risk: Billions of dollars in infrastructure at stake.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Forge-X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Real-time TLE fetching from CelesTrak (NORAD/Spacetrack).</a:t>
            </a:r>
          </a:p>
          <a:p>
            <a:r>
              <a:t>• High-fidelity SGP4 physics engine for sub-kilometer accuracy.</a:t>
            </a:r>
          </a:p>
          <a:p>
            <a:r>
              <a:t>• AI-Powered Risk Engine for predictive early warning.</a:t>
            </a:r>
          </a:p>
          <a:p>
            <a:r>
              <a:t>• Immersive 3D Digital Twin visualization using Three.js.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Frontend: React + Three.js + Tailwind CSS.</a:t>
            </a:r>
          </a:p>
          <a:p>
            <a:r>
              <a:t>• Backend: Python (Flask) + NumPy + Pandas.</a:t>
            </a:r>
          </a:p>
          <a:p>
            <a:r>
              <a:t>• Physics: SGP4 Orbit Propagation.</a:t>
            </a:r>
          </a:p>
          <a:p>
            <a:r>
              <a:t>• AI: Random Forest Classifier (Risk Scoring).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Forge-X Data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Fetch: Real TLE data from CelesTrak GP API.</a:t>
            </a:r>
          </a:p>
          <a:p>
            <a:r>
              <a:t>2. Propagate: SGP4 calculates ECI (x, y, z) positions.</a:t>
            </a:r>
          </a:p>
          <a:p>
            <a:r>
              <a:t>3. Analyze: Pairwise distance matrix (NumPy accelerated).</a:t>
            </a:r>
          </a:p>
          <a:p>
            <a:r>
              <a:t>4. Predict: 24-hour look-ahead window for collisions.</a:t>
            </a:r>
          </a:p>
          <a:p>
            <a:r>
              <a:t>5. Risk: Dual-engine (Physics + ML) validation.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Risk Engine (ML)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Random Forest Model: Trained on conjunction datasets.</a:t>
            </a:r>
          </a:p>
          <a:p>
            <a:r>
              <a:t>• Multi-Factor Input: Distance, Velocity, Altitude Delta, TCA.</a:t>
            </a:r>
          </a:p>
          <a:p>
            <a:r>
              <a:t>• Explainable AI: Provides reasoning for every risk level.</a:t>
            </a:r>
          </a:p>
          <a:p>
            <a:r>
              <a:t>• Early Warning Badge: AI detects risks before distance thresholds trigger.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3D Digital Twin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High-Res NASA Textures: Atmospheric glow and day/night maps.</a:t>
            </a:r>
          </a:p>
          <a:p>
            <a:r>
              <a:t>• Interactive Globe: Pan/Zoom/Rotate in Real-time.</a:t>
            </a:r>
          </a:p>
          <a:p>
            <a:r>
              <a:t>• Orbit Trails: Dynamic path prediction for selected satellites.</a:t>
            </a:r>
          </a:p>
          <a:p>
            <a:r>
              <a:t>• Collision Zones: Pulsing red markers for predicted conjunctions.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Innovation &amp; Wow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 Hallucinations: 100% Real-world satellite data.</a:t>
            </a:r>
          </a:p>
          <a:p>
            <a:r>
              <a:t>• Sentient OS Concept: Passive monitoring with autonomous agency.</a:t>
            </a:r>
          </a:p>
          <a:p>
            <a:r>
              <a:t>• Hybrid Engine: Physics accuracy meets AI pattern recognition.</a:t>
            </a:r>
          </a:p>
          <a:p>
            <a:r>
              <a:t>• GPU Acceleration: Smooth performance for 1000s of objects.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&amp; Sustainability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Space Sustainability: Preserving orbital integrity for generations.</a:t>
            </a:r>
          </a:p>
          <a:p>
            <a:r>
              <a:t>• ESG Goals: Aligned with UN SDG 9 (Infrastructure &amp; Innovation).</a:t>
            </a:r>
          </a:p>
          <a:p>
            <a:r>
              <a:t>• Operational Efficiency: Automating debris monitoring for satellite operators.</a:t>
            </a:r>
          </a:p>
          <a:p>
            <a:r>
              <a:t>• Scalability: Ready for the era of 100,000+ satellites.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Future: Maneuver recommendation engine (Thrust/Delta-V).</a:t>
            </a:r>
          </a:p>
          <a:p>
            <a:r>
              <a:t>• Multi-modal: Voice/Gesture integration for orbit control.</a:t>
            </a:r>
          </a:p>
          <a:p>
            <a:r>
              <a:t>• Radar Data: Integrating ground-based debris tracking.</a:t>
            </a:r>
          </a:p>
          <a:p>
            <a:r>
              <a:t>• Forge-X: Making space safe, one orbit at a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