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Forge-X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Sentient OS Layer for Autonomous Space Traffic Management</a:t>
            </a:r>
          </a:p>
          <a:p>
            <a:r>
              <a:t>Next-Gen Satellite Safety &amp; Orbital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Orbital Chaos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Exponential growth in LEO satellites (Starlink, OneWeb).</a:t>
            </a:r>
          </a:p>
          <a:p>
            <a:r>
              <a:t>• Kessler Syndrome: Debris collisions causing chain reactions.</a:t>
            </a:r>
          </a:p>
          <a:p>
            <a:r>
              <a:t>• Reactive vs Proactive: Existing systems are slow and often manual.</a:t>
            </a:r>
          </a:p>
          <a:p>
            <a:r>
              <a:t>• Financial Risk: Billions of dollars in infrastructure at stake.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Forge-X: The Sentient OS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Hybrid Intelligence: SGP4 Physics + Random Forest AI.</a:t>
            </a:r>
          </a:p>
          <a:p>
            <a:r>
              <a:t>• Passive Multimodal Awareness: Real-time CelesTrak TLE ingestion.</a:t>
            </a:r>
          </a:p>
          <a:p>
            <a:r>
              <a:t>• Asynchronous Agency: System detects and predicts risks while you sleep.</a:t>
            </a:r>
          </a:p>
          <a:p>
            <a:r>
              <a:t>• Emotional Telemetry &amp; Insight: AI reasoning to build operator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React + Three.js + Tailwind CSS.</a:t>
            </a:r>
          </a:p>
          <a:p>
            <a:r>
              <a:t>• Backend: Python (Flask) + NumPy + Pandas.</a:t>
            </a:r>
          </a:p>
          <a:p>
            <a:r>
              <a:t>• Physics: SGP4 Orbit Propagation (NASA Standard).</a:t>
            </a:r>
          </a:p>
          <a:p>
            <a:r>
              <a:t>• AI: Random Forest Classifier (Risk Scoring).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Risk Engine (ML)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Predictive Analytics: 24-hour look-ahead window.</a:t>
            </a:r>
          </a:p>
          <a:p>
            <a:r>
              <a:t>• Explainable AI: Provides natural language reasoning (e.g., 'Coplanar altitude detected').</a:t>
            </a:r>
          </a:p>
          <a:p>
            <a:r>
              <a:t>• Disagreement Badge: AI detects risks before physics thresholds trigger.</a:t>
            </a:r>
          </a:p>
          <a:p>
            <a:r>
              <a:t>• Confidence Scoring: Probabilistic risk assessment (0-100%).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3D Digital Twin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High-Res NASA Textures: Atmospheric glow and day/night maps.</a:t>
            </a:r>
          </a:p>
          <a:p>
            <a:r>
              <a:t>• Interactive Globe: Real-time satellite positions and orbit trails.</a:t>
            </a:r>
          </a:p>
          <a:p>
            <a:r>
              <a:t>• Collision Zones: Pulsing red markers for predicted conjunctions.</a:t>
            </a:r>
          </a:p>
          <a:p>
            <a:r>
              <a:t>• UI/UX: Sleek Glassmorphism with 'Space' aesthetic.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Space Intelligence News Feed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Google Discover style feed for space industry updates.</a:t>
            </a:r>
          </a:p>
          <a:p>
            <a:r>
              <a:t>• Real-time integration of orbital news and debris events.</a:t>
            </a:r>
          </a:p>
          <a:p>
            <a:r>
              <a:t>• Contextual Alerts: News relevant to the satellites you track.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Sentient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Deep OS Integration: Self-healing resource management.</a:t>
            </a:r>
          </a:p>
          <a:p>
            <a:r>
              <a:t>• Intention Stabilization: Cursor freeze during precise clicks on orbits.</a:t>
            </a:r>
          </a:p>
          <a:p>
            <a:r>
              <a:t>• Proactive Alerts: Voice/Gesture ready interface for satellite control.</a:t>
            </a:r>
          </a:p>
          <a:p>
            <a:r>
              <a:t>• Autonomous Agency: Independent background monitoring and risk mitigation.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Space Sustainability: Preserving orbital integrity for generations.</a:t>
            </a:r>
          </a:p>
          <a:p>
            <a:r>
              <a:t>• ESG Goals: Aligned with UN SDG 9 (Infrastructure &amp; Innovation).</a:t>
            </a:r>
          </a:p>
          <a:p>
            <a:r>
              <a:t>• Economic Value: Protecting multi-billion dollar satellite constellations.</a:t>
            </a:r>
          </a:p>
          <a:p>
            <a:r>
              <a:t>• Scalability: Built for the 100,000+ satellite era.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Future: Maneuver recommendation engine (Thrust/Delta-V).</a:t>
            </a:r>
          </a:p>
          <a:p>
            <a:r>
              <a:t>• Multi-modal: Voice/Gesture integration for orbit control.</a:t>
            </a:r>
          </a:p>
          <a:p>
            <a:r>
              <a:t>• Radar Data: Integrating ground-based debris tracking.</a:t>
            </a:r>
          </a:p>
          <a:p>
            <a:r>
              <a:t>• Forge-X: Making space safe, one orbit at a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